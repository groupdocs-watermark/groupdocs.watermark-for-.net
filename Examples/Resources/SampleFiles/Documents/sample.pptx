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custDataLst>
    <p:tags r:id="rId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DBE644-44A9-49AC-8727-DD7A587102A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348222025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DBE644-44A9-49AC-8727-DD7A587102A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35697205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DBE644-44A9-49AC-8727-DD7A587102A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102285657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DBE644-44A9-49AC-8727-DD7A587102A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49782407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DBE644-44A9-49AC-8727-DD7A587102AB}"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98040216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DBE644-44A9-49AC-8727-DD7A587102AB}"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56188872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DBE644-44A9-49AC-8727-DD7A587102AB}"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9911462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DBE644-44A9-49AC-8727-DD7A587102A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158859319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DBE644-44A9-49AC-8727-DD7A587102A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94089981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DBE644-44A9-49AC-8727-DD7A587102A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203105868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DBE644-44A9-49AC-8727-DD7A587102A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A93715-85AF-43AE-ADA8-2C9E1C023958}" type="slidenum">
              <a:rPr lang="en-US" smtClean="0"/>
              <a:t>‹#›</a:t>
            </a:fld>
            <a:endParaRPr lang="en-US"/>
          </a:p>
        </p:txBody>
      </p:sp>
    </p:spTree>
    <p:extLst>
      <p:ext uri="{BB962C8B-B14F-4D97-AF65-F5344CB8AC3E}">
        <p14:creationId xmlns:p14="http://schemas.microsoft.com/office/powerpoint/2010/main" val="117650774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BE644-44A9-49AC-8727-DD7A587102AB}" type="datetimeFigureOut">
              <a:rPr lang="en-US" smtClean="0"/>
              <a:t>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A93715-85AF-43AE-ADA8-2C9E1C023958}" type="slidenum">
              <a:rPr lang="en-US" smtClean="0"/>
              <a:t>‹#›</a:t>
            </a:fld>
            <a:endParaRPr lang="en-US"/>
          </a:p>
        </p:txBody>
      </p:sp>
    </p:spTree>
    <p:extLst>
      <p:ext uri="{BB962C8B-B14F-4D97-AF65-F5344CB8AC3E}">
        <p14:creationId xmlns:p14="http://schemas.microsoft.com/office/powerpoint/2010/main" val="1499639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957160"/>
          </a:xfrm>
        </p:spPr>
        <p:txBody>
          <a:bodyPr>
            <a:normAutofit/>
          </a:bodyPr>
          <a:lstStyle/>
          <a:p>
            <a:r>
              <a:rPr lang="en-US" sz="1800" dirty="0" err="1"/>
              <a:t>GroupDocs.Watermark</a:t>
            </a:r>
            <a:r>
              <a:rPr lang="en-US" sz="1800" dirty="0"/>
              <a:t> for .NET is a powerful document watermarking API to add image and text watermarks, search and remove watermarks from various image and document formats like Word, Excel, PowerPoint, Visio, PDF, TIFF, JPG and many others.</a:t>
            </a:r>
            <a:endParaRPr lang="ru-RU" sz="1800" dirty="0"/>
          </a:p>
        </p:txBody>
      </p:sp>
      <p:sp>
        <p:nvSpPr>
          <p:cNvPr id="7" name="TextBox 6">
            <a:extLst>
              <a:ext uri="{FF2B5EF4-FFF2-40B4-BE49-F238E27FC236}">
                <a16:creationId xmlns:a16="http://schemas.microsoft.com/office/drawing/2014/main" id="{3C6AAD6C-2F39-0D9B-CDEE-EDAB7CF11C72}"/>
              </a:ext>
            </a:extLst>
          </p:cNvPr>
          <p:cNvSpPr txBox="1"/>
          <p:nvPr/>
        </p:nvSpPr>
        <p:spPr>
          <a:xfrm>
            <a:off x="2886997" y="2491800"/>
            <a:ext cx="6098458" cy="2831096"/>
          </a:xfrm>
          <a:prstGeom prst="rect">
            <a:avLst/>
          </a:prstGeom>
          <a:noFill/>
        </p:spPr>
        <p:txBody>
          <a:bodyPr wrap="square">
            <a:spAutoFit/>
          </a:bodyPr>
          <a:lstStyle/>
          <a:p>
            <a:pPr marL="0" marR="0" algn="ctr">
              <a:lnSpc>
                <a:spcPct val="107000"/>
              </a:lnSpc>
              <a:spcAft>
                <a:spcPts val="800"/>
              </a:spcAft>
              <a:buNone/>
            </a:pPr>
            <a:r>
              <a:rPr lang="en-US" sz="6000" b="1" dirty="0" err="1">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GroupDocs</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4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Watermark</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4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a:solidFill>
                  <a:srgbClr val="808080"/>
                </a:solidFill>
                <a:effectLst/>
                <a:latin typeface="Calibri" panose="020F0502020204030204" pitchFamily="34" charset="0"/>
                <a:ea typeface="Calibri" panose="020F0502020204030204" pitchFamily="34" charset="0"/>
                <a:cs typeface="Times New Roman" panose="02020603050405020304" pitchFamily="18" charset="0"/>
              </a:rPr>
              <a:t>Professional tools for professionals</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965615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44D4E3-E563-40FC-817D-3FF9E8526EB9}"/>
              </a:ext>
            </a:extLst>
          </p:cNvPr>
          <p:cNvSpPr>
            <a:spLocks noGrp="1"/>
          </p:cNvSpPr>
          <p:nvPr>
            <p:ph type="ctrTitle"/>
          </p:nvPr>
        </p:nvSpPr>
        <p:spPr/>
        <p:txBody>
          <a:bodyPr/>
          <a:lstStyle/>
          <a:p>
            <a:endParaRPr lang="ru-RU"/>
          </a:p>
        </p:txBody>
      </p:sp>
      <p:sp>
        <p:nvSpPr>
          <p:cNvPr id="3" name="Подзаголовок 2">
            <a:extLst>
              <a:ext uri="{FF2B5EF4-FFF2-40B4-BE49-F238E27FC236}">
                <a16:creationId xmlns:a16="http://schemas.microsoft.com/office/drawing/2014/main" id="{31A0E7F7-2609-4229-B80F-E6F547EC234C}"/>
              </a:ext>
            </a:extLst>
          </p:cNvPr>
          <p:cNvSpPr>
            <a:spLocks noGrp="1"/>
          </p:cNvSpPr>
          <p:nvPr>
            <p:ph type="subTitle" idx="1"/>
          </p:nvPr>
        </p:nvSpPr>
        <p:spPr/>
        <p:txBody>
          <a:bodyPr/>
          <a:lstStyle/>
          <a:p>
            <a:endParaRPr lang="ru-RU"/>
          </a:p>
        </p:txBody>
      </p:sp>
    </p:spTree>
    <p:extLst>
      <p:ext uri="{BB962C8B-B14F-4D97-AF65-F5344CB8AC3E}">
        <p14:creationId xmlns:p14="http://schemas.microsoft.com/office/powerpoint/2010/main" val="6126804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34209"/>
  <p:tag name="AS_OS" val="Microsoft Windows NT 6.1.7601 Service Pack 1"/>
  <p:tag name="AS_RELEASE_DATE" val="2017.02.28"/>
  <p:tag name="AS_TITLE" val="Aspose.Slides for .NET 2.0"/>
  <p:tag name="AS_VERSION" val="1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54</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GroupDocs.Watermark for .NET is a powerful document watermarking API to add image and text watermarks, search and remove watermarks from various image and document formats like Word, Excel, PowerPoint, Visio, PDF, TIFF, JPG and many others.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there </dc:title>
  <dc:creator>Microsoft account</dc:creator>
  <cp:lastModifiedBy>Sue Ricketts</cp:lastModifiedBy>
  <cp:revision>6</cp:revision>
  <dcterms:created xsi:type="dcterms:W3CDTF">2016-01-05T17:45:32Z</dcterms:created>
  <dcterms:modified xsi:type="dcterms:W3CDTF">2025-12-09T11:54:35Z</dcterms:modified>
</cp:coreProperties>
</file>